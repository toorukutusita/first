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6858000" cx="12192000"/>
  <p:notesSz cx="6858000" cy="9144000"/>
  <p:embeddedFontLst>
    <p:embeddedFont>
      <p:font typeface="Plus Jakarta Sans ExtraBold"/>
      <p:bold r:id="rId7"/>
      <p:boldItalic r:id="rId8"/>
    </p:embeddedFont>
    <p:embeddedFont>
      <p:font typeface="Plus Jakarta Sans"/>
      <p:regular r:id="rId9"/>
      <p:bold r:id="rId10"/>
      <p:italic r:id="rId11"/>
      <p:boldItalic r:id="rId12"/>
    </p:embeddedFont>
    <p:embeddedFont>
      <p:font typeface="Plus Jakarta Sans SemiBold"/>
      <p:regular r:id="rId13"/>
      <p:bold r:id="rId14"/>
      <p:italic r:id="rId15"/>
      <p:boldItalic r:id="rId16"/>
    </p:embeddedFont>
    <p:embeddedFont>
      <p:font typeface="Plus Jakarta Sans Medium"/>
      <p:regular r:id="rId17"/>
      <p:bold r:id="rId18"/>
      <p:italic r:id="rId19"/>
      <p:boldItalic r:id="rId20"/>
    </p:embeddedFont>
    <p:embeddedFont>
      <p:font typeface="Poppins ExtraBold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usJakartaSansMedium-boldItalic.fntdata"/><Relationship Id="rId22" Type="http://schemas.openxmlformats.org/officeDocument/2006/relationships/font" Target="fonts/PoppinsExtraBold-boldItalic.fntdata"/><Relationship Id="rId21" Type="http://schemas.openxmlformats.org/officeDocument/2006/relationships/font" Target="fonts/PoppinsExtraBold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font" Target="fonts/PlusJakartaSans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usJakartaSansExtraBold-bold.fntdata"/><Relationship Id="rId8" Type="http://schemas.openxmlformats.org/officeDocument/2006/relationships/font" Target="fonts/PlusJakartaSansExtraBold-boldItalic.fntdata"/><Relationship Id="rId11" Type="http://schemas.openxmlformats.org/officeDocument/2006/relationships/font" Target="fonts/PlusJakartaSans-italic.fntdata"/><Relationship Id="rId10" Type="http://schemas.openxmlformats.org/officeDocument/2006/relationships/font" Target="fonts/PlusJakartaSans-bold.fntdata"/><Relationship Id="rId13" Type="http://schemas.openxmlformats.org/officeDocument/2006/relationships/font" Target="fonts/PlusJakartaSansSemiBold-regular.fntdata"/><Relationship Id="rId12" Type="http://schemas.openxmlformats.org/officeDocument/2006/relationships/font" Target="fonts/PlusJakartaSans-boldItalic.fntdata"/><Relationship Id="rId15" Type="http://schemas.openxmlformats.org/officeDocument/2006/relationships/font" Target="fonts/PlusJakartaSansSemiBold-italic.fntdata"/><Relationship Id="rId14" Type="http://schemas.openxmlformats.org/officeDocument/2006/relationships/font" Target="fonts/PlusJakartaSansSemiBold-bold.fntdata"/><Relationship Id="rId17" Type="http://schemas.openxmlformats.org/officeDocument/2006/relationships/font" Target="fonts/PlusJakartaSansMedium-regular.fntdata"/><Relationship Id="rId16" Type="http://schemas.openxmlformats.org/officeDocument/2006/relationships/font" Target="fonts/PlusJakartaSansSemiBold-boldItalic.fntdata"/><Relationship Id="rId19" Type="http://schemas.openxmlformats.org/officeDocument/2006/relationships/font" Target="fonts/PlusJakartaSansMedium-italic.fntdata"/><Relationship Id="rId18" Type="http://schemas.openxmlformats.org/officeDocument/2006/relationships/font" Target="fonts/PlusJakartaSansMedium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20" Type="http://schemas.openxmlformats.org/officeDocument/2006/relationships/image" Target="../media/image6.png"/><Relationship Id="rId22" Type="http://schemas.openxmlformats.org/officeDocument/2006/relationships/image" Target="../media/image7.png"/><Relationship Id="rId21" Type="http://schemas.openxmlformats.org/officeDocument/2006/relationships/image" Target="../media/image11.png"/><Relationship Id="rId24" Type="http://schemas.openxmlformats.org/officeDocument/2006/relationships/image" Target="../media/image22.png"/><Relationship Id="rId23" Type="http://schemas.openxmlformats.org/officeDocument/2006/relationships/image" Target="../media/image23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png"/><Relationship Id="rId4" Type="http://schemas.openxmlformats.org/officeDocument/2006/relationships/image" Target="../media/image1.png"/><Relationship Id="rId9" Type="http://schemas.openxmlformats.org/officeDocument/2006/relationships/image" Target="../media/image4.png"/><Relationship Id="rId26" Type="http://schemas.openxmlformats.org/officeDocument/2006/relationships/image" Target="../media/image26.png"/><Relationship Id="rId25" Type="http://schemas.openxmlformats.org/officeDocument/2006/relationships/image" Target="../media/image27.png"/><Relationship Id="rId28" Type="http://schemas.openxmlformats.org/officeDocument/2006/relationships/image" Target="../media/image25.png"/><Relationship Id="rId27" Type="http://schemas.openxmlformats.org/officeDocument/2006/relationships/image" Target="../media/image24.png"/><Relationship Id="rId5" Type="http://schemas.openxmlformats.org/officeDocument/2006/relationships/image" Target="../media/image9.png"/><Relationship Id="rId6" Type="http://schemas.openxmlformats.org/officeDocument/2006/relationships/image" Target="../media/image3.png"/><Relationship Id="rId29" Type="http://schemas.openxmlformats.org/officeDocument/2006/relationships/image" Target="../media/image21.png"/><Relationship Id="rId7" Type="http://schemas.openxmlformats.org/officeDocument/2006/relationships/image" Target="../media/image5.png"/><Relationship Id="rId8" Type="http://schemas.openxmlformats.org/officeDocument/2006/relationships/image" Target="../media/image10.png"/><Relationship Id="rId11" Type="http://schemas.openxmlformats.org/officeDocument/2006/relationships/image" Target="../media/image8.png"/><Relationship Id="rId10" Type="http://schemas.openxmlformats.org/officeDocument/2006/relationships/image" Target="../media/image14.png"/><Relationship Id="rId13" Type="http://schemas.openxmlformats.org/officeDocument/2006/relationships/image" Target="../media/image18.png"/><Relationship Id="rId12" Type="http://schemas.openxmlformats.org/officeDocument/2006/relationships/image" Target="../media/image2.png"/><Relationship Id="rId15" Type="http://schemas.openxmlformats.org/officeDocument/2006/relationships/image" Target="../media/image13.png"/><Relationship Id="rId14" Type="http://schemas.openxmlformats.org/officeDocument/2006/relationships/image" Target="../media/image20.png"/><Relationship Id="rId17" Type="http://schemas.openxmlformats.org/officeDocument/2006/relationships/image" Target="../media/image17.png"/><Relationship Id="rId16" Type="http://schemas.openxmlformats.org/officeDocument/2006/relationships/image" Target="../media/image12.png"/><Relationship Id="rId19" Type="http://schemas.openxmlformats.org/officeDocument/2006/relationships/image" Target="../media/image15.png"/><Relationship Id="rId18" Type="http://schemas.openxmlformats.org/officeDocument/2006/relationships/image" Target="../media/image1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6250" y="1137493"/>
            <a:ext cx="3429000" cy="529738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1000" y="1137493"/>
            <a:ext cx="7524750" cy="19142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7" name="Google Shape;87;p13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91000" y="3194595"/>
            <a:ext cx="7524750" cy="169723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8" name="Google Shape;88;p13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191000" y="5034706"/>
            <a:ext cx="7524750" cy="1400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9" name="Google Shape;89;p13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276350" y="4370933"/>
            <a:ext cx="1828800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0" name="Google Shape;90;p13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1233487" y="4790033"/>
            <a:ext cx="1914525" cy="3238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1" name="Google Shape;91;p13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200150" y="5209133"/>
            <a:ext cx="19812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2" name="Google Shape;92;p13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429125" y="3842295"/>
            <a:ext cx="3452812" cy="887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3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024812" y="3842295"/>
            <a:ext cx="3452812" cy="88761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3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476250" y="423862"/>
            <a:ext cx="387101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13"/>
          <p:cNvSpPr txBox="1"/>
          <p:nvPr/>
        </p:nvSpPr>
        <p:spPr>
          <a:xfrm>
            <a:off x="1247775" y="3525291"/>
            <a:ext cx="18861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995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SHOHEI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2400" u="none" cap="none" strike="noStrik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YAMASHITA</a:t>
            </a:r>
            <a:endParaRPr/>
          </a:p>
        </p:txBody>
      </p:sp>
      <p:pic>
        <p:nvPicPr>
          <p:cNvPr descr="image.png" id="96" name="Google Shape;96;p13"/>
          <p:cNvPicPr preferRelativeResize="0"/>
          <p:nvPr/>
        </p:nvPicPr>
        <p:blipFill rotWithShape="1">
          <a:blip r:embed="rId14">
            <a:alphaModFix/>
          </a:blip>
          <a:srcRect b="0" l="0" r="0" t="0"/>
          <a:stretch/>
        </p:blipFill>
        <p:spPr>
          <a:xfrm>
            <a:off x="1562100" y="2058441"/>
            <a:ext cx="1257300" cy="12573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3"/>
          <p:cNvSpPr txBox="1"/>
          <p:nvPr/>
        </p:nvSpPr>
        <p:spPr>
          <a:xfrm>
            <a:off x="1697235" y="3201441"/>
            <a:ext cx="986879" cy="16192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" u="none" cap="none" strike="noStrike">
                <a:solidFill>
                  <a:srgbClr val="FFFFFF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INSERT PHOTO</a:t>
            </a:r>
            <a:endParaRPr/>
          </a:p>
        </p:txBody>
      </p:sp>
      <p:sp>
        <p:nvSpPr>
          <p:cNvPr id="98" name="Google Shape;98;p13"/>
          <p:cNvSpPr txBox="1"/>
          <p:nvPr/>
        </p:nvSpPr>
        <p:spPr>
          <a:xfrm>
            <a:off x="4719191" y="1299418"/>
            <a:ext cx="70963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EXPERIENCE</a:t>
            </a:r>
            <a:endParaRPr/>
          </a:p>
        </p:txBody>
      </p:sp>
      <p:sp>
        <p:nvSpPr>
          <p:cNvPr id="99" name="Google Shape;99;p13"/>
          <p:cNvSpPr/>
          <p:nvPr/>
        </p:nvSpPr>
        <p:spPr>
          <a:xfrm>
            <a:off x="4429125" y="1670893"/>
            <a:ext cx="7048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13"/>
          <p:cNvSpPr txBox="1"/>
          <p:nvPr/>
        </p:nvSpPr>
        <p:spPr>
          <a:xfrm>
            <a:off x="4719191" y="3356520"/>
            <a:ext cx="7096355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1E3A8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HOBBIES</a:t>
            </a:r>
            <a:endParaRPr/>
          </a:p>
        </p:txBody>
      </p:sp>
      <p:sp>
        <p:nvSpPr>
          <p:cNvPr id="101" name="Google Shape;101;p13"/>
          <p:cNvSpPr/>
          <p:nvPr/>
        </p:nvSpPr>
        <p:spPr>
          <a:xfrm>
            <a:off x="4429125" y="3727995"/>
            <a:ext cx="7048500" cy="1905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3"/>
          <p:cNvSpPr txBox="1"/>
          <p:nvPr/>
        </p:nvSpPr>
        <p:spPr>
          <a:xfrm>
            <a:off x="4709666" y="5187106"/>
            <a:ext cx="7116358" cy="3333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FFFFFF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MY COMMITMENT</a:t>
            </a:r>
            <a:endParaRPr/>
          </a:p>
        </p:txBody>
      </p:sp>
      <p:sp>
        <p:nvSpPr>
          <p:cNvPr id="103" name="Google Shape;103;p13"/>
          <p:cNvSpPr/>
          <p:nvPr/>
        </p:nvSpPr>
        <p:spPr>
          <a:xfrm>
            <a:off x="4419600" y="5558581"/>
            <a:ext cx="7067550" cy="190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04" name="Google Shape;104;p13"/>
          <p:cNvPicPr preferRelativeResize="0"/>
          <p:nvPr/>
        </p:nvPicPr>
        <p:blipFill rotWithShape="1">
          <a:blip r:embed="rId15">
            <a:alphaModFix/>
          </a:blip>
          <a:srcRect b="0" l="0" r="0" t="0"/>
          <a:stretch/>
        </p:blipFill>
        <p:spPr>
          <a:xfrm>
            <a:off x="1409700" y="4461420"/>
            <a:ext cx="1047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3"/>
          <p:cNvPicPr preferRelativeResize="0"/>
          <p:nvPr/>
        </p:nvPicPr>
        <p:blipFill rotWithShape="1">
          <a:blip r:embed="rId16">
            <a:alphaModFix/>
          </a:blip>
          <a:srcRect b="0" l="0" r="0" t="0"/>
          <a:stretch/>
        </p:blipFill>
        <p:spPr>
          <a:xfrm>
            <a:off x="1366837" y="4880520"/>
            <a:ext cx="12382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6" name="Google Shape;106;p13"/>
          <p:cNvPicPr preferRelativeResize="0"/>
          <p:nvPr/>
        </p:nvPicPr>
        <p:blipFill rotWithShape="1">
          <a:blip r:embed="rId17">
            <a:alphaModFix/>
          </a:blip>
          <a:srcRect b="0" l="0" r="0" t="0"/>
          <a:stretch/>
        </p:blipFill>
        <p:spPr>
          <a:xfrm>
            <a:off x="1343025" y="5309145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7" name="Google Shape;107;p13"/>
          <p:cNvPicPr preferRelativeResize="0"/>
          <p:nvPr/>
        </p:nvPicPr>
        <p:blipFill rotWithShape="1">
          <a:blip r:embed="rId18">
            <a:alphaModFix/>
          </a:blip>
          <a:srcRect b="0" l="0" r="0" t="0"/>
          <a:stretch/>
        </p:blipFill>
        <p:spPr>
          <a:xfrm>
            <a:off x="4429125" y="1351805"/>
            <a:ext cx="213866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3"/>
          <p:cNvPicPr preferRelativeResize="0"/>
          <p:nvPr/>
        </p:nvPicPr>
        <p:blipFill rotWithShape="1">
          <a:blip r:embed="rId19">
            <a:alphaModFix/>
          </a:blip>
          <a:srcRect b="0" l="0" r="0" t="0"/>
          <a:stretch/>
        </p:blipFill>
        <p:spPr>
          <a:xfrm>
            <a:off x="4429125" y="3408908"/>
            <a:ext cx="213866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3"/>
          <p:cNvPicPr preferRelativeResize="0"/>
          <p:nvPr/>
        </p:nvPicPr>
        <p:blipFill rotWithShape="1">
          <a:blip r:embed="rId20">
            <a:alphaModFix/>
          </a:blip>
          <a:srcRect b="0" l="0" r="0" t="0"/>
          <a:stretch/>
        </p:blipFill>
        <p:spPr>
          <a:xfrm>
            <a:off x="4419600" y="5239494"/>
            <a:ext cx="213866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3"/>
          <p:cNvPicPr preferRelativeResize="0"/>
          <p:nvPr/>
        </p:nvPicPr>
        <p:blipFill rotWithShape="1">
          <a:blip r:embed="rId21">
            <a:alphaModFix/>
          </a:blip>
          <a:srcRect b="0" l="0" r="0" t="0"/>
          <a:stretch/>
        </p:blipFill>
        <p:spPr>
          <a:xfrm>
            <a:off x="4429125" y="1785193"/>
            <a:ext cx="1162050" cy="2571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3"/>
          <p:cNvSpPr txBox="1"/>
          <p:nvPr/>
        </p:nvSpPr>
        <p:spPr>
          <a:xfrm>
            <a:off x="5905500" y="1785193"/>
            <a:ext cx="5572125" cy="504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76475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Utsunomiya Factory 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4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Factory Planning &amp; Administration</a:t>
            </a:r>
            <a:endParaRPr/>
          </a:p>
        </p:txBody>
      </p:sp>
      <p:pic>
        <p:nvPicPr>
          <p:cNvPr descr="image.png" id="112" name="Google Shape;112;p13"/>
          <p:cNvPicPr preferRelativeResize="0"/>
          <p:nvPr/>
        </p:nvPicPr>
        <p:blipFill rotWithShape="1">
          <a:blip r:embed="rId22">
            <a:alphaModFix/>
          </a:blip>
          <a:srcRect b="0" l="0" r="0" t="0"/>
          <a:stretch/>
        </p:blipFill>
        <p:spPr>
          <a:xfrm>
            <a:off x="4429125" y="2385119"/>
            <a:ext cx="133350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3"/>
          <p:cNvSpPr txBox="1"/>
          <p:nvPr/>
        </p:nvSpPr>
        <p:spPr>
          <a:xfrm>
            <a:off x="5905500" y="2385119"/>
            <a:ext cx="5572125" cy="50467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295525" spcFirstLastPara="1" rIns="0" wrap="square" tIns="0">
            <a:spAutoFit/>
          </a:bodyPr>
          <a:lstStyle/>
          <a:p>
            <a:pPr indent="0" lvl="0" marL="0" marR="0" rtl="0" algn="l">
              <a:lnSpc>
                <a:spcPct val="1299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425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 Tokyo Headquarters </a:t>
            </a:r>
            <a:r>
              <a:rPr b="0" i="0" lang="en-US" sz="1425" u="none" cap="none" strike="noStrike">
                <a:solidFill>
                  <a:srgbClr val="334155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425" u="none" cap="none" strike="noStrike">
                <a:solidFill>
                  <a:srgbClr val="64748B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Logistics &amp; Export Operations</a:t>
            </a:r>
            <a:endParaRPr/>
          </a:p>
        </p:txBody>
      </p:sp>
      <p:pic>
        <p:nvPicPr>
          <p:cNvPr descr="image.png" id="114" name="Google Shape;114;p13"/>
          <p:cNvPicPr preferRelativeResize="0"/>
          <p:nvPr/>
        </p:nvPicPr>
        <p:blipFill rotWithShape="1">
          <a:blip r:embed="rId23">
            <a:alphaModFix/>
          </a:blip>
          <a:srcRect b="0" l="0" r="0" t="0"/>
          <a:stretch/>
        </p:blipFill>
        <p:spPr>
          <a:xfrm>
            <a:off x="4581525" y="395659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5" name="Google Shape;115;p13"/>
          <p:cNvSpPr txBox="1"/>
          <p:nvPr/>
        </p:nvSpPr>
        <p:spPr>
          <a:xfrm>
            <a:off x="5019675" y="3947070"/>
            <a:ext cx="2709862" cy="678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Creating Music</a:t>
            </a:r>
            <a:r>
              <a:rPr b="0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Music software, DJing &amp; video editing</a:t>
            </a:r>
            <a:endParaRPr/>
          </a:p>
        </p:txBody>
      </p:sp>
      <p:pic>
        <p:nvPicPr>
          <p:cNvPr descr="image.png" id="116" name="Google Shape;116;p13"/>
          <p:cNvPicPr preferRelativeResize="0"/>
          <p:nvPr/>
        </p:nvPicPr>
        <p:blipFill rotWithShape="1">
          <a:blip r:embed="rId24">
            <a:alphaModFix/>
          </a:blip>
          <a:srcRect b="0" l="0" r="0" t="0"/>
          <a:stretch/>
        </p:blipFill>
        <p:spPr>
          <a:xfrm>
            <a:off x="8177212" y="3956595"/>
            <a:ext cx="3429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3"/>
          <p:cNvSpPr txBox="1"/>
          <p:nvPr/>
        </p:nvSpPr>
        <p:spPr>
          <a:xfrm>
            <a:off x="8615362" y="3947070"/>
            <a:ext cx="2709862" cy="6780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0F172A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Sports</a:t>
            </a:r>
            <a:r>
              <a:rPr b="0" i="0" lang="en-US" sz="1200" u="none" cap="none" strike="noStrike">
                <a:solidFill>
                  <a:srgbClr val="000000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b="0" i="0" lang="en-US" sz="1200" u="none" cap="none" strike="noStrike">
                <a:solidFill>
                  <a:srgbClr val="475569"/>
                </a:solidFill>
                <a:latin typeface="Plus Jakarta Sans Medium"/>
                <a:ea typeface="Plus Jakarta Sans Medium"/>
                <a:cs typeface="Plus Jakarta Sans Medium"/>
                <a:sym typeface="Plus Jakarta Sans Medium"/>
              </a:rPr>
              <a:t>Tennis, baseball, soccer &amp; horse racing</a:t>
            </a:r>
            <a:endParaRPr/>
          </a:p>
        </p:txBody>
      </p:sp>
      <p:pic>
        <p:nvPicPr>
          <p:cNvPr descr="image.png" id="118" name="Google Shape;118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419600" y="5701456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3"/>
          <p:cNvSpPr txBox="1"/>
          <p:nvPr/>
        </p:nvSpPr>
        <p:spPr>
          <a:xfrm>
            <a:off x="4705350" y="5672876"/>
            <a:ext cx="6884400" cy="2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Acquire essential skills to prepare for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future global assignments</a:t>
            </a:r>
            <a:r>
              <a:rPr b="0" i="0" lang="en-US" sz="1500" u="none" cap="none" strike="noStrike">
                <a:solidFill>
                  <a:srgbClr val="E2E8F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.</a:t>
            </a:r>
            <a:endParaRPr/>
          </a:p>
        </p:txBody>
      </p:sp>
      <p:pic>
        <p:nvPicPr>
          <p:cNvPr descr="image.png" id="120" name="Google Shape;120;p13"/>
          <p:cNvPicPr preferRelativeResize="0"/>
          <p:nvPr/>
        </p:nvPicPr>
        <p:blipFill rotWithShape="1">
          <a:blip r:embed="rId25">
            <a:alphaModFix/>
          </a:blip>
          <a:srcRect b="0" l="0" r="0" t="0"/>
          <a:stretch/>
        </p:blipFill>
        <p:spPr>
          <a:xfrm>
            <a:off x="4419600" y="6053881"/>
            <a:ext cx="190500" cy="19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13"/>
          <p:cNvSpPr txBox="1"/>
          <p:nvPr/>
        </p:nvSpPr>
        <p:spPr>
          <a:xfrm>
            <a:off x="4705350" y="6025306"/>
            <a:ext cx="6267450" cy="257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E2E8F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Reignite and boost my motivation for </a:t>
            </a:r>
            <a:r>
              <a:rPr b="0" i="0" lang="en-US" sz="1500" u="none" cap="none" strike="noStrike">
                <a:solidFill>
                  <a:srgbClr val="38BDF8"/>
                </a:solidFill>
                <a:latin typeface="Plus Jakarta Sans ExtraBold"/>
                <a:ea typeface="Plus Jakarta Sans ExtraBold"/>
                <a:cs typeface="Plus Jakarta Sans ExtraBold"/>
                <a:sym typeface="Plus Jakarta Sans ExtraBold"/>
              </a:rPr>
              <a:t>active English communication</a:t>
            </a:r>
            <a:r>
              <a:rPr b="0" i="0" lang="en-US" sz="1500" u="none" cap="none" strike="noStrike">
                <a:solidFill>
                  <a:srgbClr val="E2E8F0"/>
                </a:solidFill>
                <a:latin typeface="Plus Jakarta Sans SemiBold"/>
                <a:ea typeface="Plus Jakarta Sans SemiBold"/>
                <a:cs typeface="Plus Jakarta Sans SemiBold"/>
                <a:sym typeface="Plus Jakarta Sans SemiBold"/>
              </a:rPr>
              <a:t>!</a:t>
            </a:r>
            <a:endParaRPr/>
          </a:p>
        </p:txBody>
      </p:sp>
      <p:pic>
        <p:nvPicPr>
          <p:cNvPr descr="image.png" id="122" name="Google Shape;122;p13"/>
          <p:cNvPicPr preferRelativeResize="0"/>
          <p:nvPr/>
        </p:nvPicPr>
        <p:blipFill rotWithShape="1">
          <a:blip r:embed="rId26">
            <a:alphaModFix/>
          </a:blip>
          <a:srcRect b="0" l="0" r="0" t="0"/>
          <a:stretch/>
        </p:blipFill>
        <p:spPr>
          <a:xfrm>
            <a:off x="4667250" y="404232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3"/>
          <p:cNvPicPr preferRelativeResize="0"/>
          <p:nvPr/>
        </p:nvPicPr>
        <p:blipFill rotWithShape="1">
          <a:blip r:embed="rId27">
            <a:alphaModFix/>
          </a:blip>
          <a:srcRect b="0" l="0" r="0" t="0"/>
          <a:stretch/>
        </p:blipFill>
        <p:spPr>
          <a:xfrm>
            <a:off x="8262937" y="4042320"/>
            <a:ext cx="171450" cy="171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3"/>
          <p:cNvPicPr preferRelativeResize="0"/>
          <p:nvPr/>
        </p:nvPicPr>
        <p:blipFill rotWithShape="1">
          <a:blip r:embed="rId28">
            <a:alphaModFix/>
          </a:blip>
          <a:srcRect b="0" l="0" r="0" t="0"/>
          <a:stretch/>
        </p:blipFill>
        <p:spPr>
          <a:xfrm>
            <a:off x="5905500" y="1845171"/>
            <a:ext cx="171450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3"/>
          <p:cNvPicPr preferRelativeResize="0"/>
          <p:nvPr/>
        </p:nvPicPr>
        <p:blipFill rotWithShape="1">
          <a:blip r:embed="rId29">
            <a:alphaModFix/>
          </a:blip>
          <a:srcRect b="0" l="0" r="0" t="0"/>
          <a:stretch/>
        </p:blipFill>
        <p:spPr>
          <a:xfrm>
            <a:off x="5905500" y="2445097"/>
            <a:ext cx="190500" cy="15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3"/>
          <p:cNvSpPr txBox="1"/>
          <p:nvPr/>
        </p:nvSpPr>
        <p:spPr>
          <a:xfrm>
            <a:off x="977651" y="333375"/>
            <a:ext cx="11214348" cy="523875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700" u="none" cap="none" strike="noStrike">
                <a:solidFill>
                  <a:srgbClr val="0F172A"/>
                </a:solidFill>
                <a:latin typeface="Poppins ExtraBold"/>
                <a:ea typeface="Poppins ExtraBold"/>
                <a:cs typeface="Poppins ExtraBold"/>
                <a:sym typeface="Poppins ExtraBold"/>
              </a:rPr>
              <a:t>SELF-INTRODUCTION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