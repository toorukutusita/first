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4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0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3B3D4B-D2D1-F56F-8551-546630D4E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071DE0-5145-07DC-70B6-34D120EBC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41F887-064C-7FED-B4C9-67B223CA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DC56E4-AD9E-63D6-B8B0-0D821B16A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BE645A-50B8-02D5-368D-676B3499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3FA7B4-01D3-292C-BD1A-E6632006C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202CA7-32BA-92C4-D26B-8E3842527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26086A-3D32-6307-C94B-0DC1705B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A55D3D-B43C-2C81-D887-EACA5C5EC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527603-EA97-128D-1E53-2C23D88F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757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312EA3-2C00-3645-6DD1-5A744020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F3E1E7-CF48-9342-F5CC-8BB84DC80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8318B0-F7EB-2E57-E808-96CE1C5B2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12B147-4FB1-C2BA-3707-14F6955F1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66CF12-8829-2AD0-2F3A-0166499E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24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CC007F-ED1D-BBE1-7D17-293A7E67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63B787-C14D-67B3-B38E-2353868A8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5B6D4C-A264-DC87-CC39-52DD2FF40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5EBBAC-8868-0FE6-0AB8-4398A0AF5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16871D-A95D-65E9-9A55-037382B6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8ABF8A-2274-6952-F3C8-4C19310E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554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FDF4AD-12B4-B58D-16C4-4CB8F084F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B14835-DAE0-E7CB-46FE-6DDC432E0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4B2F39-3D48-8089-9CFB-0500FE42A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6B5CF7-7C1A-5181-9624-B2EE53F7D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EE5C8C-03D0-BEE3-D96A-A0C235E12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95DF6CB-5F9B-E3A2-5493-2A95B36D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DB9A30C-F2B1-2562-8370-AF66C711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5C7D01-757D-06A3-6BC0-3E128979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50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7A74F5-3DB2-0DD6-DE97-AB3141CFA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8082815-D80B-9A8F-71B8-3FA496AA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20FF194-780E-DCCB-E5A1-794EBFC84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F92CBF0-1336-2CB7-4F56-A04F3657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578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73B22C1-F949-E1E0-9A2B-71B531C0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253AEBD-0772-9668-BF27-2060B57A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433544-C003-262A-FA29-200F44515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43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D19C51-5B86-DD26-D701-DA518EB81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4E2902-DF51-0C9D-FBF4-BEA4FBD9B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979415-8B11-9E2A-4D3D-75FD4F297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A8339C-8DBB-7914-043C-DC44CF555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C7F2BF-ABE8-F00A-8C7A-98226CA8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37A9C0-8675-9FFD-4010-35080C75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9170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343CA8-C675-7CAE-7C9E-A5BF895D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717D815-A55F-E717-27D8-60C07B19C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83195F-763E-CD50-522E-193F7B45F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79B620-AB5E-F8B0-0FE2-953873DE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FEEB97-4F0B-1D3D-757E-A73B95B7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9A01F7-0758-CC9B-2A56-BF563B3E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305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465BA-06AC-4AD7-737C-1B613064C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F865EC-79E1-9952-D6CC-D8523668B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EDC30B-953E-DCCB-E215-263F09AF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66DB34-B085-61D9-E3DD-6EB6B8273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8C385C-B0C9-D43F-94C5-DDE6B1E5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612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7851141-6372-C347-41BC-65F88BA0E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D13242-36BF-063B-BF05-4DFB44DAB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5A0D76-03F0-0818-9A08-28F95491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1B78F4-B02C-9C33-1DF7-626BD4A0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28FB01-6F0E-A4E5-6926-9FA8ADEE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54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378A523-4ECD-6521-5AEB-2368557C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F9470D-309B-05F4-D47F-C4EF1E0BD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E02D9E-1198-724A-D7D2-81F11DD12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24CC5-1BB8-45F7-9A3F-4A6A74146F3F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2DCC6A-6ACE-6C95-241B-047C5CF9C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0F40F7-C00D-D231-600C-87481B45F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C7752-8BE6-4FA0-8EA1-8AFC2DF80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206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FDF02F6-61C2-1449-05BA-E0080958E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668263"/>
              </p:ext>
            </p:extLst>
          </p:nvPr>
        </p:nvGraphicFramePr>
        <p:xfrm>
          <a:off x="353370" y="841428"/>
          <a:ext cx="10478751" cy="42969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8137">
                  <a:extLst>
                    <a:ext uri="{9D8B030D-6E8A-4147-A177-3AD203B41FA5}">
                      <a16:colId xmlns:a16="http://schemas.microsoft.com/office/drawing/2014/main" val="1835604296"/>
                    </a:ext>
                  </a:extLst>
                </a:gridCol>
                <a:gridCol w="1438067">
                  <a:extLst>
                    <a:ext uri="{9D8B030D-6E8A-4147-A177-3AD203B41FA5}">
                      <a16:colId xmlns:a16="http://schemas.microsoft.com/office/drawing/2014/main" val="643461433"/>
                    </a:ext>
                  </a:extLst>
                </a:gridCol>
                <a:gridCol w="2303668">
                  <a:extLst>
                    <a:ext uri="{9D8B030D-6E8A-4147-A177-3AD203B41FA5}">
                      <a16:colId xmlns:a16="http://schemas.microsoft.com/office/drawing/2014/main" val="4164766611"/>
                    </a:ext>
                  </a:extLst>
                </a:gridCol>
                <a:gridCol w="1342536">
                  <a:extLst>
                    <a:ext uri="{9D8B030D-6E8A-4147-A177-3AD203B41FA5}">
                      <a16:colId xmlns:a16="http://schemas.microsoft.com/office/drawing/2014/main" val="2194333957"/>
                    </a:ext>
                  </a:extLst>
                </a:gridCol>
                <a:gridCol w="1647659">
                  <a:extLst>
                    <a:ext uri="{9D8B030D-6E8A-4147-A177-3AD203B41FA5}">
                      <a16:colId xmlns:a16="http://schemas.microsoft.com/office/drawing/2014/main" val="3946779014"/>
                    </a:ext>
                  </a:extLst>
                </a:gridCol>
                <a:gridCol w="1708684">
                  <a:extLst>
                    <a:ext uri="{9D8B030D-6E8A-4147-A177-3AD203B41FA5}">
                      <a16:colId xmlns:a16="http://schemas.microsoft.com/office/drawing/2014/main" val="4202080025"/>
                    </a:ext>
                  </a:extLst>
                </a:gridCol>
              </a:tblGrid>
              <a:tr h="52886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継続案件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目的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概要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効果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検討開始時期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運用開始時期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164977"/>
                  </a:ext>
                </a:extLst>
              </a:tr>
              <a:tr h="5158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倉庫自動化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倉庫作業負荷削減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CCN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倉庫にて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自動移動式ラックを導入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算出中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884853"/>
                  </a:ext>
                </a:extLst>
              </a:tr>
              <a:tr h="64476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蘇州発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CCN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向け</a:t>
                      </a:r>
                      <a:endParaRPr kumimoji="1" lang="en-US" altLang="ja-JP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L1188</a:t>
                      </a:r>
                    </a:p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アルミライナー出荷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RAD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コンテナ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費用削減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蘇州発</a:t>
                      </a:r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CCN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向け</a:t>
                      </a:r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RAD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出荷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対象製品</a:t>
                      </a:r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:L1188)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DRY+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アルミライナーで代替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算出中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77640"/>
                  </a:ext>
                </a:extLst>
              </a:tr>
              <a:tr h="51580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CVN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発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CCN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向け</a:t>
                      </a:r>
                      <a:endParaRPr kumimoji="1" lang="en-US" altLang="ja-JP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インクジェットプリンタ</a:t>
                      </a:r>
                      <a:endParaRPr kumimoji="1" lang="en-US" altLang="ja-JP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棒済み検討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パレット費用削減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積載効率向上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コンテナ削減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他社でインクジェットプリンタを棒積みしている事例を基に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Inc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製品においても棒積みを行う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算出中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200474"/>
                  </a:ext>
                </a:extLst>
              </a:tr>
              <a:tr h="51580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CPT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CHT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発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CCN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向け</a:t>
                      </a:r>
                      <a:endParaRPr kumimoji="1" lang="en-US" altLang="ja-JP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上海集約出荷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積載効率向上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コンテナ削減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CCN(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上海倉庫・北京倉庫</a:t>
                      </a:r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向けについて上海倉庫に集約出荷し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積載効率を上げ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コンテナ出荷本数を削減する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算出中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7621385"/>
                  </a:ext>
                </a:extLst>
              </a:tr>
              <a:tr h="52886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日本発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CCN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向け</a:t>
                      </a:r>
                      <a:endParaRPr kumimoji="1" lang="en-US" altLang="ja-JP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CT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出荷削減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バン・デバン負荷削減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ドライバ待ち時間短縮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日本初</a:t>
                      </a:r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CCN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向け出荷において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CT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出荷を削減し荷役負荷を削減する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算出中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0175967"/>
                  </a:ext>
                </a:extLst>
              </a:tr>
              <a:tr h="52886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日本⇔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CCN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蘇州</a:t>
                      </a:r>
                      <a:endParaRPr kumimoji="1" lang="en-US" altLang="ja-JP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アルミライナー出荷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RAD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コンテナ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費用削減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日本⇔</a:t>
                      </a:r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CCN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蘇州の往復</a:t>
                      </a:r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RAD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輸送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において</a:t>
                      </a:r>
                      <a:r>
                        <a:rPr kumimoji="1"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DRY</a:t>
                      </a:r>
                      <a:r>
                        <a:rPr kumimoji="1"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＋アルミライナーで代替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算出中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****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666894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B4C1B7E-852D-9BE0-7197-039168C63FD0}"/>
              </a:ext>
            </a:extLst>
          </p:cNvPr>
          <p:cNvSpPr txBox="1"/>
          <p:nvPr/>
        </p:nvSpPr>
        <p:spPr>
          <a:xfrm>
            <a:off x="353370" y="5474677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+</a:t>
            </a:r>
            <a:r>
              <a:rPr kumimoji="1" lang="ja-JP" altLang="en-US" dirty="0"/>
              <a:t>パワポデザイン変更</a:t>
            </a:r>
          </a:p>
        </p:txBody>
      </p:sp>
    </p:spTree>
    <p:extLst>
      <p:ext uri="{BB962C8B-B14F-4D97-AF65-F5344CB8AC3E}">
        <p14:creationId xmlns:p14="http://schemas.microsoft.com/office/powerpoint/2010/main" val="2427322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ワイド画面</PresentationFormat>
  <Paragraphs>64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将平 山下</dc:creator>
  <cp:lastModifiedBy>将平 山下</cp:lastModifiedBy>
  <cp:revision>1</cp:revision>
  <dcterms:created xsi:type="dcterms:W3CDTF">2025-07-28T13:32:18Z</dcterms:created>
  <dcterms:modified xsi:type="dcterms:W3CDTF">2025-07-28T13:32:23Z</dcterms:modified>
</cp:coreProperties>
</file>